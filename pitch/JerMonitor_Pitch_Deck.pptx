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379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JerMonitor • Hackathon by Zhambyl Hub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698480" y="65379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27.09.2026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8046720" y="-1097280"/>
            <a:ext cx="5120640" cy="5120640"/>
          </a:xfrm>
          <a:prstGeom prst="arc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600000">
            <a:off x="8686800" y="2468880"/>
            <a:ext cx="4206240" cy="4206240"/>
          </a:xfrm>
          <a:prstGeom prst="arc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9601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6EE7B7"/>
                </a:solidFill>
              </a:rPr>
              <a:t>JERMONITOR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6492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Цифровой мониторинг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земель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61264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Двусторонний сервис: Telegram для граждан + GIS-панель для инспектора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4160520"/>
            <a:ext cx="2788920" cy="566928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43251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End-to-End MVP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Dias Junussov • Zhambyl Hub Hackathon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0B981"/>
                </a:solidFill>
              </a:rPr>
              <a:t>01 •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Одна проблема — два разрыва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6984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Инспектор тратит время на ручное сопоставление, а гражданин не видит простой цифровой канал.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2350008"/>
            <a:ext cx="91440" cy="438912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2331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Инспектор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41832" y="2862072"/>
            <a:ext cx="3054096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Выездной мониторинг вручную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Сопоставление факта с картой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Фото и сроки живут разрозненно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15968" y="214884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17136" y="2350008"/>
            <a:ext cx="91440" cy="43891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331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Гражданин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2862072"/>
            <a:ext cx="3054096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Непрозрачный статус заявления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Сложно понять список документов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Нет быстрого канала для фото + геолокации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46136" y="214884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47304" y="2350008"/>
            <a:ext cx="91440" cy="438912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5048" y="2331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Результат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02168" y="2862072"/>
            <a:ext cx="3054096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Сигнал → проверка → нарушение → устранение не образуют единого цифрового цикла.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0B981"/>
                </a:solidFill>
              </a:rPr>
              <a:t>02 •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JerMonitor соединяет гражданина и инспектора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6984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Один поток данных — от сообщения в Telegram до закрытия нарушения на карте.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423160"/>
            <a:ext cx="1508760" cy="1783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6700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Telegram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5528" y="315468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Фото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геолокация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описание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50008" y="2971800"/>
            <a:ext cx="502920" cy="50292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63240" y="2423160"/>
            <a:ext cx="1508760" cy="1783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72968" y="26700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API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72968" y="315468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Валидация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статус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workflow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27448" y="2971800"/>
            <a:ext cx="502920" cy="50292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2423160"/>
            <a:ext cx="1508760" cy="1783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50408" y="26700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Supabase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50408" y="315468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PostgreSQL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Storage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sessions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04888" y="2971800"/>
            <a:ext cx="502920" cy="50292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18120" y="2423160"/>
            <a:ext cx="1508760" cy="1783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27848" y="26700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GIS Dashboard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927848" y="315468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Карта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карточка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дедлайн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482328" y="2971800"/>
            <a:ext cx="502920" cy="50292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95560" y="2423160"/>
            <a:ext cx="1508760" cy="1783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05288" y="26700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Решение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305288" y="315468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Проверка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устранение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закрытие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28800" y="4800600"/>
            <a:ext cx="8595360" cy="65836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57400" y="5020056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7857"/>
                </a:solidFill>
              </a:rPr>
              <a:t>Главный WOW-момент: житель отправляет сигнал → новая жёлтая точка появляется у инспектора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0B981"/>
                </a:solidFill>
              </a:rPr>
              <a:t>03 • CITIZEN EXPERIENCE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Telegram без сложных команд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6984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Три сценария: статус заявления, база знаний и «Народный контроль».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1828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651760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1. Выбрать нарушение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06040" y="2670048"/>
            <a:ext cx="292608" cy="43891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71800" y="2331720"/>
            <a:ext cx="1828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36392" y="2651760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2. Отправить геолокацию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2670048"/>
            <a:ext cx="292608" cy="43891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0" y="2331720"/>
            <a:ext cx="1828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76672" y="2651760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3. Отправить фото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86600" y="2670048"/>
            <a:ext cx="292608" cy="43891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52360" y="2331720"/>
            <a:ext cx="1828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16952" y="2651760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4. Добавить описание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326880" y="2670048"/>
            <a:ext cx="292608" cy="43891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92640" y="2331720"/>
            <a:ext cx="1828800" cy="1143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57232" y="2651760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5. Подтвердить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416052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5568" y="4361688"/>
            <a:ext cx="91440" cy="438912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53312" y="43434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Проверка статуса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70432" y="4873752"/>
            <a:ext cx="264261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KZ-2026-042 → текущий этап + пояснение + срок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26280" y="416052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27448" y="4361688"/>
            <a:ext cx="91440" cy="438912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65192" y="43434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База знаний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82312" y="4873752"/>
            <a:ext cx="264261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ИЖС • аренда • изменение целевого назначения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38160" y="416052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39328" y="4361688"/>
            <a:ext cx="91440" cy="438912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77072" y="43434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Народный контроль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94192" y="4873752"/>
            <a:ext cx="264261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Фото + геолокация + текст → карта инспектора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0B981"/>
                </a:solidFill>
              </a:rPr>
              <a:t>04 • INSPECTOR EXPERIENCE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GIS-панель в одном экране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6984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Цветовой статус участка, сигнал гражданина, фотофиксация и контрольный срок.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103120"/>
            <a:ext cx="68580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331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КАРТА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71600" y="3017520"/>
            <a:ext cx="237744" cy="237744"/>
          </a:xfrm>
          <a:prstGeom prst="ellipse">
            <a:avLst/>
          </a:prstGeom>
          <a:solidFill>
            <a:srgbClr val="10B981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4206240"/>
            <a:ext cx="237744" cy="237744"/>
          </a:xfrm>
          <a:prstGeom prst="ellipse">
            <a:avLst/>
          </a:prstGeom>
          <a:solidFill>
            <a:srgbClr val="F59E0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3474720"/>
            <a:ext cx="237744" cy="237744"/>
          </a:xfrm>
          <a:prstGeom prst="ellipse">
            <a:avLst/>
          </a:prstGeom>
          <a:solidFill>
            <a:srgbClr val="EF444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4389120"/>
            <a:ext cx="237744" cy="237744"/>
          </a:xfrm>
          <a:prstGeom prst="ellipse">
            <a:avLst/>
          </a:prstGeom>
          <a:solidFill>
            <a:srgbClr val="10B981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2834640"/>
            <a:ext cx="237744" cy="237744"/>
          </a:xfrm>
          <a:prstGeom prst="ellipse">
            <a:avLst/>
          </a:prstGeom>
          <a:solidFill>
            <a:srgbClr val="EF444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560" y="5120640"/>
            <a:ext cx="5943600" cy="-214884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0" y="2103120"/>
            <a:ext cx="36118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65008" y="2304288"/>
            <a:ext cx="91440" cy="438912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22860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Карточка участка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19872" y="2816352"/>
            <a:ext cx="30998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Кадастровый номер • площадь • назначение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63840" y="3383280"/>
            <a:ext cx="36118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65008" y="3584448"/>
            <a:ext cx="91440" cy="43891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02752" y="35661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Фото + дедлайн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19872" y="4096512"/>
            <a:ext cx="30998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Доказательство нарушения и контрольный срок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863840" y="4663440"/>
            <a:ext cx="36118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65008" y="4864608"/>
            <a:ext cx="91440" cy="438912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02752" y="48463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Жизненный цикл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19872" y="5376672"/>
            <a:ext cx="30998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Выявлено → в устранении → устранено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0B981"/>
                </a:solidFill>
              </a:rPr>
              <a:t>05 •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Простая архитектура для 48-часового MVP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6984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Минимум сервисов, максимум надёжности и демонстрационного эффекта.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2331720" cy="2971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6060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Frontend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78408" y="32918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Next.js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78408" y="37947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Tailwind CSS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78408" y="42976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Leaflet + OSM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20440" y="2331720"/>
            <a:ext cx="2331720" cy="2971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26060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Backend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13048" y="32918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Next.js API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13048" y="37947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Telegram webhook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13048" y="42976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Zod validation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55080" y="2331720"/>
            <a:ext cx="2331720" cy="2971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6060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Data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47688" y="32918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Supabase Postgres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47688" y="37947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Storage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47688" y="42976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Realtime-ready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89720" y="2331720"/>
            <a:ext cx="2331720" cy="2971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0" y="26060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Deploy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482328" y="32918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Vercel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482328" y="37947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Environment secrets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482328" y="42976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Webhook setup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54480" y="5623560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Service-role writes stay on the server • public tables protected by RLS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0B981"/>
                </a:solidFill>
              </a:rPr>
              <a:t>06 • SCALE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MVP сегодня — платформа завтра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6984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Точки интеграции предусмотрены заранее, но не усложняют текущую демонстрацию.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09160" y="2468880"/>
            <a:ext cx="2743200" cy="1143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2788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JerMonitor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1828800"/>
            <a:ext cx="2194560" cy="91440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396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Кадастр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069080"/>
            <a:ext cx="2194560" cy="91440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3799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eGov / обращения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052560" y="1828800"/>
            <a:ext cx="2194560" cy="91440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0" y="21396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Спутниковые данные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52560" y="4069080"/>
            <a:ext cx="2194560" cy="91440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43799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change detection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017520" y="2286000"/>
            <a:ext cx="1691640" cy="68580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017520" y="4526280"/>
            <a:ext cx="1691640" cy="-118872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052560" y="2286000"/>
            <a:ext cx="-1600200" cy="68580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052560" y="4526280"/>
            <a:ext cx="-1600200" cy="-118872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920240" y="5532120"/>
            <a:ext cx="83210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Следующий шаг: автоматически приоритизировать участки, где спутниковые изменения и гражданские сигналы совпадают.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" y="13716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 сигнал. 1 карта. 1 замкнутый цикл.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63040" y="2240280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Гражданин отправил → инспектор увидел → нарушение обработано → статус закрыт.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05840" y="3337560"/>
            <a:ext cx="2331720" cy="123444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356616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35%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404164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</a:rPr>
              <a:t>End-to-End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49040" y="3337560"/>
            <a:ext cx="233172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356616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25%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931920" y="404164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UX/UI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92240" y="3337560"/>
            <a:ext cx="233172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356616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75120" y="404164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Technical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235440" y="3337560"/>
            <a:ext cx="233172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0" y="356616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20%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418320" y="404164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Scale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17720" y="5486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EE7B7"/>
                </a:solidFill>
              </a:rPr>
              <a:t>JerMonitor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Hackathon by Zhambyl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JerMonitor — Digital Land Monitoring</dc:title>
  <dc:subject>JerMonitor - Zhambyl Hub Hackathon MVP</dc:subject>
  <dc:creator>Dias Junussov</dc:creator>
  <cp:lastModifiedBy>Dias Junussov</cp:lastModifiedBy>
  <cp:revision>1</cp:revision>
  <dcterms:created xsi:type="dcterms:W3CDTF">2026-09-27T09:41:24Z</dcterms:created>
  <dcterms:modified xsi:type="dcterms:W3CDTF">2026-09-27T09:41:24Z</dcterms:modified>
</cp:coreProperties>
</file>